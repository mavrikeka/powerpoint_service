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14748260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38"/>
  </p:normalViewPr>
  <p:slideViewPr>
    <p:cSldViewPr snapToGrid="0">
      <p:cViewPr varScale="1">
        <p:scale>
          <a:sx n="91" d="100"/>
          <a:sy n="91" d="100"/>
        </p:scale>
        <p:origin x="19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F8470-6555-663B-B76B-51B86BE06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FB49E2-962F-6E28-EE24-4B6440623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7A1EA-A3FA-7D06-58E1-69DD1EE4C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A391-9AFB-1C41-AAAE-E67EB32EF1C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5C42D-812E-2F72-1A9C-C3609748B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E853B-3FFA-BB18-F57E-3A9F8060E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EC797-E465-8F43-8602-52BE51C9C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7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F6B99-BDC4-6B4D-760C-1411CDD8F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B0E40-494C-78AE-93AA-EB9119EE9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6308A-B8FC-3FF5-F1DF-D86832B46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A391-9AFB-1C41-AAAE-E67EB32EF1C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5075A-9F12-77DF-C7C8-6E5B29829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24B0F-3013-D7CB-FE58-1945B103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EC797-E465-8F43-8602-52BE51C9C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7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65B44-E0FA-A04E-9B11-870BA80BA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B57D4-1EF5-12A8-3B6D-03FEF8871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D6AA7-C355-5BE7-9CA8-CB0795EF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A391-9AFB-1C41-AAAE-E67EB32EF1C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0B7E1-B4C6-C30D-2A9F-459BB0248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E521F-49F2-6FC4-B665-1DF44AD9B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EC797-E465-8F43-8602-52BE51C9C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2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7FC29-DBEF-AFD9-DDB0-56BC80988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74D1D-CED9-C19D-9D8C-4333FF51C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40985-C20D-F4A5-037C-6EBEE53E5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0D66C-5E72-4A3B-0F11-90E37E9AA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A391-9AFB-1C41-AAAE-E67EB32EF1C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3C0ED-814C-FA0C-CE71-69EC4E08B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159E6-6932-A393-56D2-9981CBEE3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EC797-E465-8F43-8602-52BE51C9C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3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EC882-4F6C-F2CD-DF64-8CBED6FBA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D65AD-5FFD-B202-DDCA-686982804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C7817-5334-CD3A-4FE5-38F317FBB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55FBDA-A7C5-720D-366A-357F4CF4A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9E0453-6675-7E5E-7067-FB4A0D8E1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BA6FC2-6BBA-3EB5-E805-344791080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A391-9AFB-1C41-AAAE-E67EB32EF1C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820094-1CFF-DD34-D18A-D1044EDF2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952E05-E37E-5EF1-919A-E3615CBC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EC797-E465-8F43-8602-52BE51C9C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1C085-3864-F4C1-9C1B-94E3B43D0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86D312-72B4-22B5-F3FF-BA8687B0D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A391-9AFB-1C41-AAAE-E67EB32EF1C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699AF-3DD9-E0D2-9A46-978A2BD60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AFCDB-8FB4-A7DE-20FB-D6EE945F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EC797-E465-8F43-8602-52BE51C9C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49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DDCE5D-BC61-7C7A-5F7F-D2626D59C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A391-9AFB-1C41-AAAE-E67EB32EF1C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E2C93-1BF0-78C8-156F-A8E82498C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68F7A-5CB7-A6BF-7836-C62A8C936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EC797-E465-8F43-8602-52BE51C9C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529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08D82-02DD-51CE-817D-44AC46A21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6892E-A449-1D59-68AB-1DF0DD77A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0396D-A957-E344-4B40-AD47B63DC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50AB4-6F30-3C3A-AE00-A40A08C5A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A391-9AFB-1C41-AAAE-E67EB32EF1C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1EAA0-4C16-11EB-0DE8-26CFCE157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5CD41-C991-752A-1F0D-F13013439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EC797-E465-8F43-8602-52BE51C9C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35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4E94-5E38-104D-263F-AA00C1837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E1AF84-C994-5134-5848-291832DD87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EF26D-F317-8A56-F242-8016FA0FB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DCF6C-25D2-8D8D-175F-45FE79A7E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A391-9AFB-1C41-AAAE-E67EB32EF1C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04A15-A7F0-4582-048C-D29DF07C8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ABE3F-6133-0B5A-B9C6-E3B79D1A9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EC797-E465-8F43-8602-52BE51C9C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32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7565-C740-741A-8B1B-9065F929F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4D956-9B46-FFCC-743E-C8EA4243D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2D67A-0090-387B-6202-9773FBB20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A391-9AFB-1C41-AAAE-E67EB32EF1C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A918E-E5D4-1E29-97C2-6AC3D871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93FD2-A4C3-B4EB-7F54-EA32915B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EC797-E465-8F43-8602-52BE51C9C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9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CDD574-07D2-937C-6475-766FC15F3C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96296-E6AF-E3EB-99D2-E3468AF00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1E997-6992-B2B9-411A-0520CF101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5A391-9AFB-1C41-AAAE-E67EB32EF1C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93349-67CF-C623-94A4-D64CED557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D4304-4861-E9BF-1F84-F11A82F0B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EC797-E465-8F43-8602-52BE51C9C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23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F29D7AD-502E-464C-93A2-5D27E5FB5EFB}"/>
              </a:ext>
            </a:extLst>
          </p:cNvPr>
          <p:cNvSpPr/>
          <p:nvPr/>
        </p:nvSpPr>
        <p:spPr>
          <a:xfrm>
            <a:off x="0" y="253040"/>
            <a:ext cx="557048" cy="557048"/>
          </a:xfrm>
          <a:prstGeom prst="rect">
            <a:avLst/>
          </a:prstGeom>
          <a:solidFill>
            <a:srgbClr val="B20B2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2B37DAE3-CD0A-2649-B6D2-CDF2BE261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©2021  |  All rights reserved.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4E1E285-7CC1-6B41-95D3-A862C60AC9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6539" y="308795"/>
            <a:ext cx="11303879" cy="456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 spc="300">
                <a:latin typeface="Calibri" panose="020F0502020204030204" pitchFamily="34" charset="0"/>
                <a:ea typeface="Calibri" panose="020F050202020403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42A2C85-AD88-CE4C-B1E6-BC302FC3C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05" y="253040"/>
            <a:ext cx="557048" cy="557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F806934-C460-1C47-AF5D-CC9E191BC0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9720AE5-AC60-6149-9FD5-98BF144B61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2535" y="160783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3AD3F7-7A1B-1D44-8AB3-4FF2686CABF6}"/>
              </a:ext>
            </a:extLst>
          </p:cNvPr>
          <p:cNvSpPr/>
          <p:nvPr userDrawn="1"/>
        </p:nvSpPr>
        <p:spPr>
          <a:xfrm>
            <a:off x="-945040" y="1"/>
            <a:ext cx="537422" cy="537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444C63-55AB-1649-B273-0A254E7B8037}"/>
              </a:ext>
            </a:extLst>
          </p:cNvPr>
          <p:cNvSpPr/>
          <p:nvPr userDrawn="1"/>
        </p:nvSpPr>
        <p:spPr>
          <a:xfrm>
            <a:off x="-945045" y="531693"/>
            <a:ext cx="537422" cy="5374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9A255E-F880-8645-9F2B-F4BC4D5868A6}"/>
              </a:ext>
            </a:extLst>
          </p:cNvPr>
          <p:cNvSpPr/>
          <p:nvPr userDrawn="1"/>
        </p:nvSpPr>
        <p:spPr>
          <a:xfrm>
            <a:off x="-945045" y="1063385"/>
            <a:ext cx="537422" cy="5374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79A244-E756-F647-9C97-C8FD0DEAFE8D}"/>
              </a:ext>
            </a:extLst>
          </p:cNvPr>
          <p:cNvSpPr/>
          <p:nvPr userDrawn="1"/>
        </p:nvSpPr>
        <p:spPr>
          <a:xfrm>
            <a:off x="-945045" y="1595077"/>
            <a:ext cx="537422" cy="53742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1D2FDA-CBE3-3D47-831C-4580D3FBA759}"/>
              </a:ext>
            </a:extLst>
          </p:cNvPr>
          <p:cNvSpPr/>
          <p:nvPr userDrawn="1"/>
        </p:nvSpPr>
        <p:spPr>
          <a:xfrm>
            <a:off x="-945045" y="2126769"/>
            <a:ext cx="537422" cy="537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2756DB-F329-A84D-A5E8-190F9FD72B85}"/>
              </a:ext>
            </a:extLst>
          </p:cNvPr>
          <p:cNvSpPr/>
          <p:nvPr userDrawn="1"/>
        </p:nvSpPr>
        <p:spPr>
          <a:xfrm>
            <a:off x="-945045" y="2658461"/>
            <a:ext cx="537422" cy="5374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38EA1A-C96A-774E-8B42-0982B389999F}"/>
              </a:ext>
            </a:extLst>
          </p:cNvPr>
          <p:cNvSpPr/>
          <p:nvPr userDrawn="1"/>
        </p:nvSpPr>
        <p:spPr>
          <a:xfrm>
            <a:off x="-945045" y="3190153"/>
            <a:ext cx="537422" cy="537422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63CE13-47B6-E04C-80EE-BDD10F3646F3}"/>
              </a:ext>
            </a:extLst>
          </p:cNvPr>
          <p:cNvSpPr/>
          <p:nvPr userDrawn="1"/>
        </p:nvSpPr>
        <p:spPr>
          <a:xfrm>
            <a:off x="-945045" y="3721845"/>
            <a:ext cx="537422" cy="537422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53505B-F2D9-AD4E-A29D-179521F3D3DA}"/>
              </a:ext>
            </a:extLst>
          </p:cNvPr>
          <p:cNvSpPr/>
          <p:nvPr userDrawn="1"/>
        </p:nvSpPr>
        <p:spPr>
          <a:xfrm>
            <a:off x="-945045" y="4253537"/>
            <a:ext cx="537422" cy="537422"/>
          </a:xfrm>
          <a:prstGeom prst="rect">
            <a:avLst/>
          </a:prstGeom>
          <a:solidFill>
            <a:srgbClr val="E5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D28386-2315-944F-98D1-BDE8DF95A976}"/>
              </a:ext>
            </a:extLst>
          </p:cNvPr>
          <p:cNvSpPr/>
          <p:nvPr userDrawn="1"/>
        </p:nvSpPr>
        <p:spPr>
          <a:xfrm>
            <a:off x="-945045" y="4785229"/>
            <a:ext cx="537422" cy="537422"/>
          </a:xfrm>
          <a:prstGeom prst="rect">
            <a:avLst/>
          </a:prstGeom>
          <a:solidFill>
            <a:srgbClr val="AB8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B677E9-BB9C-5D40-BC42-4728C9393A3E}"/>
              </a:ext>
            </a:extLst>
          </p:cNvPr>
          <p:cNvSpPr/>
          <p:nvPr userDrawn="1"/>
        </p:nvSpPr>
        <p:spPr>
          <a:xfrm>
            <a:off x="-945045" y="5316924"/>
            <a:ext cx="537422" cy="537422"/>
          </a:xfrm>
          <a:prstGeom prst="rect">
            <a:avLst/>
          </a:prstGeom>
          <a:solidFill>
            <a:srgbClr val="145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3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2AEB09-686C-B01C-AA05-AEF23F9AD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0F8A5-4A58-480D-B69C-C1F4848A9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6157D-D32B-EBAB-B1DD-4A6E331605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65A391-9AFB-1C41-AAAE-E67EB32EF1C8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4F5E1-7F67-8DA9-6F40-15B126BA2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676FF-A649-2E55-9BE8-5ECA7D2A7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EC797-E465-8F43-8602-52BE51C9C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2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231A2-4AF3-523C-2515-170C3B56D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34B36E-F1E7-A134-E147-167F8E6F71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>
                <a:latin typeface="+mn-lt"/>
              </a:rPr>
              <a:t> ILLUSTRATION : </a:t>
            </a:r>
            <a:r>
              <a:rPr lang="en-US">
                <a:solidFill>
                  <a:srgbClr val="C00000"/>
                </a:solidFill>
                <a:latin typeface="+mn-lt"/>
              </a:rPr>
              <a:t>SAMPLE VALUE ACTION PLAN TO MITIGATE RISKS </a:t>
            </a:r>
            <a:endParaRPr lang="en-US">
              <a:latin typeface="+mn-lt"/>
            </a:endParaRP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408716A3-6974-A99C-B37A-E40180315A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806934-C460-1C47-AF5D-CC9E191BC089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 panose="02000503000000020004" pitchFamily="2" charset="0"/>
                <a:cs typeface="Calibri" panose="020F050202020403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cs typeface="Calibri" panose="020F0502020204030204" pitchFamily="34" charset="0"/>
            </a:endParaRP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D276BCDB-CE57-6BE5-D9C8-5E6895842507}"/>
              </a:ext>
            </a:extLst>
          </p:cNvPr>
          <p:cNvGraphicFramePr>
            <a:graphicFrameLocks noGrp="1"/>
          </p:cNvGraphicFramePr>
          <p:nvPr/>
        </p:nvGraphicFramePr>
        <p:xfrm>
          <a:off x="3337461" y="1724045"/>
          <a:ext cx="8128000" cy="456698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50492">
                  <a:extLst>
                    <a:ext uri="{9D8B030D-6E8A-4147-A177-3AD203B41FA5}">
                      <a16:colId xmlns:a16="http://schemas.microsoft.com/office/drawing/2014/main" val="2700889652"/>
                    </a:ext>
                  </a:extLst>
                </a:gridCol>
                <a:gridCol w="2832766">
                  <a:extLst>
                    <a:ext uri="{9D8B030D-6E8A-4147-A177-3AD203B41FA5}">
                      <a16:colId xmlns:a16="http://schemas.microsoft.com/office/drawing/2014/main" val="3230777278"/>
                    </a:ext>
                  </a:extLst>
                </a:gridCol>
                <a:gridCol w="4844742">
                  <a:extLst>
                    <a:ext uri="{9D8B030D-6E8A-4147-A177-3AD203B41FA5}">
                      <a16:colId xmlns:a16="http://schemas.microsoft.com/office/drawing/2014/main" val="2803831564"/>
                    </a:ext>
                  </a:extLst>
                </a:gridCol>
              </a:tblGrid>
              <a:tr h="408587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#</a:t>
                      </a:r>
                      <a:endParaRPr 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Risk Insights</a:t>
                      </a:r>
                      <a:endParaRPr 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Value Action Plan</a:t>
                      </a:r>
                      <a:endParaRPr 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625216"/>
                  </a:ext>
                </a:extLst>
              </a:tr>
              <a:tr h="516711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Alignment of marketing with businesses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Align with BUs on the ‘must-wins’ he will prioritize and partner with them to support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97839007"/>
                  </a:ext>
                </a:extLst>
              </a:tr>
              <a:tr h="775067"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  <a:endParaRPr lang="en-US" sz="160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Role clarity on swim lanes NA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•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Global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Strengthen partnership with Global Marketing Excellence to drive a fit-for-purpose competency model for NA Zone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7858223"/>
                  </a:ext>
                </a:extLst>
              </a:tr>
              <a:tr h="1124144">
                <a:tc rowSpan="2">
                  <a:txBody>
                    <a:bodyPr/>
                    <a:lstStyle/>
                    <a:p>
                      <a:r>
                        <a:rPr lang="en-US" sz="1600"/>
                        <a:t>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Address Capability Gaps in marketing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Based on aligned priorities and path; establish the OKRs for his org that indicate value generation and growth signals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3073266"/>
                  </a:ext>
                </a:extLst>
              </a:tr>
              <a:tr h="51671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Upgrade next-level leaders – focus on growth, strategy &amp; complementary skillsets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1241342"/>
                  </a:ext>
                </a:extLst>
              </a:tr>
              <a:tr h="408587">
                <a:tc rowSpan="3">
                  <a:txBody>
                    <a:bodyPr/>
                    <a:lstStyle/>
                    <a:p>
                      <a:r>
                        <a:rPr lang="en-US" sz="1600">
                          <a:latin typeface="+mn-lt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Personal networks and ability to influence the organization, esp. as a recent hire who may not have internal relationships.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Finalize executive coaching assignment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1669993"/>
                  </a:ext>
                </a:extLst>
              </a:tr>
              <a:tr h="408587">
                <a:tc vMerge="1">
                  <a:txBody>
                    <a:bodyPr/>
                    <a:lstStyle/>
                    <a:p>
                      <a:endParaRPr lang="en-US" sz="160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Build personal relationships across ELT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3762975"/>
                  </a:ext>
                </a:extLst>
              </a:tr>
              <a:tr h="408587">
                <a:tc vMerge="1">
                  <a:txBody>
                    <a:bodyPr/>
                    <a:lstStyle/>
                    <a:p>
                      <a:endParaRPr lang="en-US" sz="160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Pair with identified mentor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4060019"/>
                  </a:ext>
                </a:extLst>
              </a:tr>
            </a:tbl>
          </a:graphicData>
        </a:graphic>
      </p:graphicFrame>
      <p:sp>
        <p:nvSpPr>
          <p:cNvPr id="43" name="object 39">
            <a:extLst>
              <a:ext uri="{FF2B5EF4-FFF2-40B4-BE49-F238E27FC236}">
                <a16:creationId xmlns:a16="http://schemas.microsoft.com/office/drawing/2014/main" id="{35A79D28-BA68-F9E2-DFE5-89278A6EF454}"/>
              </a:ext>
            </a:extLst>
          </p:cNvPr>
          <p:cNvSpPr/>
          <p:nvPr/>
        </p:nvSpPr>
        <p:spPr>
          <a:xfrm>
            <a:off x="3205381" y="1017654"/>
            <a:ext cx="4262219" cy="576331"/>
          </a:xfrm>
          <a:custGeom>
            <a:avLst/>
            <a:gdLst/>
            <a:ahLst/>
            <a:cxnLst/>
            <a:rect l="l" t="t" r="r" b="b"/>
            <a:pathLst>
              <a:path w="3642359" h="649605">
                <a:moveTo>
                  <a:pt x="0" y="108203"/>
                </a:moveTo>
                <a:lnTo>
                  <a:pt x="8504" y="66083"/>
                </a:lnTo>
                <a:lnTo>
                  <a:pt x="31694" y="31689"/>
                </a:lnTo>
                <a:lnTo>
                  <a:pt x="66088" y="8502"/>
                </a:lnTo>
                <a:lnTo>
                  <a:pt x="108204" y="0"/>
                </a:lnTo>
                <a:lnTo>
                  <a:pt x="3534155" y="0"/>
                </a:lnTo>
                <a:lnTo>
                  <a:pt x="3576271" y="8502"/>
                </a:lnTo>
                <a:lnTo>
                  <a:pt x="3610665" y="31689"/>
                </a:lnTo>
                <a:lnTo>
                  <a:pt x="3633855" y="66083"/>
                </a:lnTo>
                <a:lnTo>
                  <a:pt x="3642360" y="108203"/>
                </a:lnTo>
                <a:lnTo>
                  <a:pt x="3642360" y="541007"/>
                </a:lnTo>
                <a:lnTo>
                  <a:pt x="3633855" y="583130"/>
                </a:lnTo>
                <a:lnTo>
                  <a:pt x="3610665" y="617527"/>
                </a:lnTo>
                <a:lnTo>
                  <a:pt x="3576271" y="640719"/>
                </a:lnTo>
                <a:lnTo>
                  <a:pt x="3534155" y="649223"/>
                </a:lnTo>
                <a:lnTo>
                  <a:pt x="108204" y="649223"/>
                </a:lnTo>
                <a:lnTo>
                  <a:pt x="66088" y="640719"/>
                </a:lnTo>
                <a:lnTo>
                  <a:pt x="31694" y="617527"/>
                </a:lnTo>
                <a:lnTo>
                  <a:pt x="8504" y="583130"/>
                </a:lnTo>
                <a:lnTo>
                  <a:pt x="0" y="541007"/>
                </a:lnTo>
                <a:lnTo>
                  <a:pt x="0" y="108203"/>
                </a:lnTo>
                <a:close/>
              </a:path>
            </a:pathLst>
          </a:custGeom>
          <a:noFill/>
          <a:ln w="9524">
            <a:noFill/>
          </a:ln>
        </p:spPr>
        <p:txBody>
          <a:bodyPr wrap="square" lIns="0" tIns="0" rIns="0" bIns="0" rtlCol="0" anchor="ctr"/>
          <a:lstStyle/>
          <a:p>
            <a:pPr marL="18288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ROLE: 	</a:t>
            </a: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srgbClr val="1C3B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Sample Role</a:t>
            </a:r>
            <a:br>
              <a:rPr kumimoji="0" lang="en-US" sz="600" b="1" i="1" u="none" strike="noStrike" kern="1200" cap="none" spc="0" normalizeH="0" baseline="0" noProof="0">
                <a:ln>
                  <a:noFill/>
                </a:ln>
                <a:solidFill>
                  <a:srgbClr val="1C3B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lang="en-US" sz="600" b="1" i="1" u="none" strike="noStrike" kern="1200" cap="none" spc="0" normalizeH="0" baseline="0" noProof="0">
                <a:ln>
                  <a:noFill/>
                </a:ln>
                <a:solidFill>
                  <a:srgbClr val="1C3B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TALENT: 	</a:t>
            </a: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John Smith</a:t>
            </a:r>
            <a:endParaRPr kumimoji="0" sz="1800" b="1" i="0" u="none" strike="noStrike" kern="1200" cap="none" spc="0" normalizeH="0" baseline="0" noProof="0">
              <a:ln>
                <a:noFill/>
              </a:ln>
              <a:solidFill>
                <a:srgbClr val="1C3B6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A781AA4-CDA8-C5B7-9946-E96920F4774E}"/>
              </a:ext>
            </a:extLst>
          </p:cNvPr>
          <p:cNvGrpSpPr/>
          <p:nvPr/>
        </p:nvGrpSpPr>
        <p:grpSpPr>
          <a:xfrm>
            <a:off x="778634" y="1553381"/>
            <a:ext cx="1867554" cy="1885164"/>
            <a:chOff x="6722291" y="2108957"/>
            <a:chExt cx="1867554" cy="1885164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F2A8D55-755F-6C9D-F6A8-2E01F1BA55B2}"/>
                </a:ext>
              </a:extLst>
            </p:cNvPr>
            <p:cNvSpPr/>
            <p:nvPr/>
          </p:nvSpPr>
          <p:spPr>
            <a:xfrm rot="18894987">
              <a:off x="6723198" y="2249950"/>
              <a:ext cx="1644106" cy="164592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D7B9067-1A33-C162-6674-563619FE20AC}"/>
                </a:ext>
              </a:extLst>
            </p:cNvPr>
            <p:cNvSpPr/>
            <p:nvPr/>
          </p:nvSpPr>
          <p:spPr>
            <a:xfrm rot="18398188" flipH="1">
              <a:off x="6376298" y="2512901"/>
              <a:ext cx="1427105" cy="619218"/>
            </a:xfrm>
            <a:custGeom>
              <a:avLst/>
              <a:gdLst>
                <a:gd name="connsiteX0" fmla="*/ 0 w 1427105"/>
                <a:gd name="connsiteY0" fmla="*/ 314266 h 619218"/>
                <a:gd name="connsiteX1" fmla="*/ 160965 w 1427105"/>
                <a:gd name="connsiteY1" fmla="*/ 433968 h 619218"/>
                <a:gd name="connsiteX2" fmla="*/ 232886 w 1427105"/>
                <a:gd name="connsiteY2" fmla="*/ 355184 h 619218"/>
                <a:gd name="connsiteX3" fmla="*/ 520686 w 1427105"/>
                <a:gd name="connsiteY3" fmla="*/ 207951 h 619218"/>
                <a:gd name="connsiteX4" fmla="*/ 605924 w 1427105"/>
                <a:gd name="connsiteY4" fmla="*/ 196456 h 619218"/>
                <a:gd name="connsiteX5" fmla="*/ 605313 w 1427105"/>
                <a:gd name="connsiteY5" fmla="*/ 209678 h 619218"/>
                <a:gd name="connsiteX6" fmla="*/ 644379 w 1427105"/>
                <a:gd name="connsiteY6" fmla="*/ 275048 h 619218"/>
                <a:gd name="connsiteX7" fmla="*/ 783597 w 1427105"/>
                <a:gd name="connsiteY7" fmla="*/ 254581 h 619218"/>
                <a:gd name="connsiteX8" fmla="*/ 800434 w 1427105"/>
                <a:gd name="connsiteY8" fmla="*/ 218837 h 619218"/>
                <a:gd name="connsiteX9" fmla="*/ 800806 w 1427105"/>
                <a:gd name="connsiteY9" fmla="*/ 210781 h 619218"/>
                <a:gd name="connsiteX10" fmla="*/ 841278 w 1427105"/>
                <a:gd name="connsiteY10" fmla="*/ 219109 h 619218"/>
                <a:gd name="connsiteX11" fmla="*/ 1041057 w 1427105"/>
                <a:gd name="connsiteY11" fmla="*/ 319272 h 619218"/>
                <a:gd name="connsiteX12" fmla="*/ 1210966 w 1427105"/>
                <a:gd name="connsiteY12" fmla="*/ 508311 h 619218"/>
                <a:gd name="connsiteX13" fmla="*/ 1262380 w 1427105"/>
                <a:gd name="connsiteY13" fmla="*/ 619218 h 619218"/>
                <a:gd name="connsiteX14" fmla="*/ 1427105 w 1427105"/>
                <a:gd name="connsiteY14" fmla="*/ 569714 h 619218"/>
                <a:gd name="connsiteX15" fmla="*/ 1422247 w 1427105"/>
                <a:gd name="connsiteY15" fmla="*/ 549991 h 619218"/>
                <a:gd name="connsiteX16" fmla="*/ 1136896 w 1427105"/>
                <a:gd name="connsiteY16" fmla="*/ 162636 h 619218"/>
                <a:gd name="connsiteX17" fmla="*/ 39053 w 1427105"/>
                <a:gd name="connsiteY17" fmla="*/ 266937 h 61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27105" h="619218">
                  <a:moveTo>
                    <a:pt x="0" y="314266"/>
                  </a:moveTo>
                  <a:lnTo>
                    <a:pt x="160965" y="433968"/>
                  </a:lnTo>
                  <a:lnTo>
                    <a:pt x="232886" y="355184"/>
                  </a:lnTo>
                  <a:cubicBezTo>
                    <a:pt x="316116" y="280772"/>
                    <a:pt x="415668" y="231161"/>
                    <a:pt x="520686" y="207951"/>
                  </a:cubicBezTo>
                  <a:lnTo>
                    <a:pt x="605924" y="196456"/>
                  </a:lnTo>
                  <a:lnTo>
                    <a:pt x="605313" y="209678"/>
                  </a:lnTo>
                  <a:cubicBezTo>
                    <a:pt x="609016" y="234872"/>
                    <a:pt x="622331" y="258652"/>
                    <a:pt x="644379" y="275048"/>
                  </a:cubicBezTo>
                  <a:cubicBezTo>
                    <a:pt x="688475" y="307840"/>
                    <a:pt x="750805" y="298677"/>
                    <a:pt x="783597" y="254581"/>
                  </a:cubicBezTo>
                  <a:cubicBezTo>
                    <a:pt x="791795" y="243557"/>
                    <a:pt x="797370" y="231394"/>
                    <a:pt x="800434" y="218837"/>
                  </a:cubicBezTo>
                  <a:lnTo>
                    <a:pt x="800806" y="210781"/>
                  </a:lnTo>
                  <a:lnTo>
                    <a:pt x="841278" y="219109"/>
                  </a:lnTo>
                  <a:cubicBezTo>
                    <a:pt x="911340" y="239897"/>
                    <a:pt x="979005" y="273127"/>
                    <a:pt x="1041057" y="319272"/>
                  </a:cubicBezTo>
                  <a:cubicBezTo>
                    <a:pt x="1111973" y="372009"/>
                    <a:pt x="1168845" y="436623"/>
                    <a:pt x="1210966" y="508311"/>
                  </a:cubicBezTo>
                  <a:lnTo>
                    <a:pt x="1262380" y="619218"/>
                  </a:lnTo>
                  <a:lnTo>
                    <a:pt x="1427105" y="569714"/>
                  </a:lnTo>
                  <a:lnTo>
                    <a:pt x="1422247" y="549991"/>
                  </a:lnTo>
                  <a:cubicBezTo>
                    <a:pt x="1369802" y="400408"/>
                    <a:pt x="1273664" y="264344"/>
                    <a:pt x="1136896" y="162636"/>
                  </a:cubicBezTo>
                  <a:cubicBezTo>
                    <a:pt x="794976" y="-91634"/>
                    <a:pt x="320505" y="-40912"/>
                    <a:pt x="39053" y="26693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A85A14D-99E4-95DE-E19D-13A7A9439B43}"/>
                </a:ext>
              </a:extLst>
            </p:cNvPr>
            <p:cNvSpPr/>
            <p:nvPr/>
          </p:nvSpPr>
          <p:spPr>
            <a:xfrm rot="18398188" flipH="1">
              <a:off x="7542447" y="2194020"/>
              <a:ext cx="800574" cy="1294223"/>
            </a:xfrm>
            <a:custGeom>
              <a:avLst/>
              <a:gdLst>
                <a:gd name="connsiteX0" fmla="*/ 149921 w 800574"/>
                <a:gd name="connsiteY0" fmla="*/ 0 h 1294223"/>
                <a:gd name="connsiteX1" fmla="*/ 115834 w 800574"/>
                <a:gd name="connsiteY1" fmla="*/ 51023 h 1294223"/>
                <a:gd name="connsiteX2" fmla="*/ 331921 w 800574"/>
                <a:gd name="connsiteY2" fmla="*/ 1132432 h 1294223"/>
                <a:gd name="connsiteX3" fmla="*/ 785013 w 800574"/>
                <a:gd name="connsiteY3" fmla="*/ 1294223 h 1294223"/>
                <a:gd name="connsiteX4" fmla="*/ 800574 w 800574"/>
                <a:gd name="connsiteY4" fmla="*/ 1293438 h 1294223"/>
                <a:gd name="connsiteX5" fmla="*/ 800574 w 800574"/>
                <a:gd name="connsiteY5" fmla="*/ 1120521 h 1294223"/>
                <a:gd name="connsiteX6" fmla="*/ 684286 w 800574"/>
                <a:gd name="connsiteY6" fmla="*/ 1103880 h 1294223"/>
                <a:gd name="connsiteX7" fmla="*/ 454343 w 800574"/>
                <a:gd name="connsiteY7" fmla="*/ 995567 h 1294223"/>
                <a:gd name="connsiteX8" fmla="*/ 300919 w 800574"/>
                <a:gd name="connsiteY8" fmla="*/ 833070 h 1294223"/>
                <a:gd name="connsiteX9" fmla="*/ 283161 w 800574"/>
                <a:gd name="connsiteY9" fmla="*/ 800163 h 1294223"/>
                <a:gd name="connsiteX10" fmla="*/ 288846 w 800574"/>
                <a:gd name="connsiteY10" fmla="*/ 798163 h 1294223"/>
                <a:gd name="connsiteX11" fmla="*/ 318232 w 800574"/>
                <a:gd name="connsiteY11" fmla="*/ 771751 h 1294223"/>
                <a:gd name="connsiteX12" fmla="*/ 297764 w 800574"/>
                <a:gd name="connsiteY12" fmla="*/ 632533 h 1294223"/>
                <a:gd name="connsiteX13" fmla="*/ 223916 w 800574"/>
                <a:gd name="connsiteY13" fmla="*/ 613934 h 1294223"/>
                <a:gd name="connsiteX14" fmla="*/ 212108 w 800574"/>
                <a:gd name="connsiteY14" fmla="*/ 618087 h 1294223"/>
                <a:gd name="connsiteX15" fmla="*/ 197963 w 800574"/>
                <a:gd name="connsiteY15" fmla="*/ 529255 h 1294223"/>
                <a:gd name="connsiteX16" fmla="*/ 256135 w 800574"/>
                <a:gd name="connsiteY16" fmla="*/ 211257 h 1294223"/>
                <a:gd name="connsiteX17" fmla="*/ 310886 w 800574"/>
                <a:gd name="connsiteY17" fmla="*/ 119702 h 129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0574" h="1294223">
                  <a:moveTo>
                    <a:pt x="149921" y="0"/>
                  </a:moveTo>
                  <a:lnTo>
                    <a:pt x="115834" y="51023"/>
                  </a:lnTo>
                  <a:cubicBezTo>
                    <a:pt x="-97982" y="409169"/>
                    <a:pt x="-9999" y="878162"/>
                    <a:pt x="331921" y="1132432"/>
                  </a:cubicBezTo>
                  <a:cubicBezTo>
                    <a:pt x="468688" y="1234139"/>
                    <a:pt x="626665" y="1287049"/>
                    <a:pt x="785013" y="1294223"/>
                  </a:cubicBezTo>
                  <a:lnTo>
                    <a:pt x="800574" y="1293438"/>
                  </a:lnTo>
                  <a:lnTo>
                    <a:pt x="800574" y="1120521"/>
                  </a:lnTo>
                  <a:lnTo>
                    <a:pt x="684286" y="1103880"/>
                  </a:lnTo>
                  <a:cubicBezTo>
                    <a:pt x="603508" y="1084174"/>
                    <a:pt x="525260" y="1048305"/>
                    <a:pt x="454343" y="995567"/>
                  </a:cubicBezTo>
                  <a:cubicBezTo>
                    <a:pt x="392291" y="949422"/>
                    <a:pt x="340992" y="894184"/>
                    <a:pt x="300919" y="833070"/>
                  </a:cubicBezTo>
                  <a:lnTo>
                    <a:pt x="283161" y="800163"/>
                  </a:lnTo>
                  <a:lnTo>
                    <a:pt x="288846" y="798163"/>
                  </a:lnTo>
                  <a:cubicBezTo>
                    <a:pt x="299989" y="791616"/>
                    <a:pt x="310034" y="782775"/>
                    <a:pt x="318232" y="771751"/>
                  </a:cubicBezTo>
                  <a:cubicBezTo>
                    <a:pt x="351023" y="727656"/>
                    <a:pt x="341860" y="665325"/>
                    <a:pt x="297764" y="632533"/>
                  </a:cubicBezTo>
                  <a:cubicBezTo>
                    <a:pt x="275716" y="616137"/>
                    <a:pt x="249110" y="610230"/>
                    <a:pt x="223916" y="613934"/>
                  </a:cubicBezTo>
                  <a:lnTo>
                    <a:pt x="212108" y="618087"/>
                  </a:lnTo>
                  <a:lnTo>
                    <a:pt x="197963" y="529255"/>
                  </a:lnTo>
                  <a:cubicBezTo>
                    <a:pt x="189967" y="422000"/>
                    <a:pt x="208825" y="312382"/>
                    <a:pt x="256135" y="211257"/>
                  </a:cubicBezTo>
                  <a:lnTo>
                    <a:pt x="310886" y="11970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2544706-D78C-1606-8557-2E6CCEE8F69B}"/>
                </a:ext>
              </a:extLst>
            </p:cNvPr>
            <p:cNvSpPr/>
            <p:nvPr/>
          </p:nvSpPr>
          <p:spPr>
            <a:xfrm rot="18398188" flipH="1">
              <a:off x="7145388" y="3080297"/>
              <a:ext cx="799727" cy="1027922"/>
            </a:xfrm>
            <a:custGeom>
              <a:avLst/>
              <a:gdLst>
                <a:gd name="connsiteX0" fmla="*/ 0 w 799727"/>
                <a:gd name="connsiteY0" fmla="*/ 856201 h 1027922"/>
                <a:gd name="connsiteX1" fmla="*/ 1 w 799727"/>
                <a:gd name="connsiteY1" fmla="*/ 1027922 h 1027922"/>
                <a:gd name="connsiteX2" fmla="*/ 96420 w 799727"/>
                <a:gd name="connsiteY2" fmla="*/ 1023057 h 1027922"/>
                <a:gd name="connsiteX3" fmla="*/ 637091 w 799727"/>
                <a:gd name="connsiteY3" fmla="*/ 699938 h 1027922"/>
                <a:gd name="connsiteX4" fmla="*/ 790925 w 799727"/>
                <a:gd name="connsiteY4" fmla="*/ 89147 h 1027922"/>
                <a:gd name="connsiteX5" fmla="*/ 768966 w 799727"/>
                <a:gd name="connsiteY5" fmla="*/ 0 h 1027922"/>
                <a:gd name="connsiteX6" fmla="*/ 604509 w 799727"/>
                <a:gd name="connsiteY6" fmla="*/ 49424 h 1027922"/>
                <a:gd name="connsiteX7" fmla="*/ 623282 w 799727"/>
                <a:gd name="connsiteY7" fmla="*/ 125632 h 1027922"/>
                <a:gd name="connsiteX8" fmla="*/ 570176 w 799727"/>
                <a:gd name="connsiteY8" fmla="*/ 489419 h 1027922"/>
                <a:gd name="connsiteX9" fmla="*/ 557892 w 799727"/>
                <a:gd name="connsiteY9" fmla="*/ 509960 h 1027922"/>
                <a:gd name="connsiteX10" fmla="*/ 531237 w 799727"/>
                <a:gd name="connsiteY10" fmla="*/ 497404 h 1027922"/>
                <a:gd name="connsiteX11" fmla="*/ 427764 w 799727"/>
                <a:gd name="connsiteY11" fmla="*/ 534709 h 1027922"/>
                <a:gd name="connsiteX12" fmla="*/ 421819 w 799727"/>
                <a:gd name="connsiteY12" fmla="*/ 644541 h 1027922"/>
                <a:gd name="connsiteX13" fmla="*/ 442549 w 799727"/>
                <a:gd name="connsiteY13" fmla="*/ 667605 h 1027922"/>
                <a:gd name="connsiteX14" fmla="*/ 416221 w 799727"/>
                <a:gd name="connsiteY14" fmla="*/ 696446 h 1027922"/>
                <a:gd name="connsiteX15" fmla="*/ 83111 w 799727"/>
                <a:gd name="connsiteY15" fmla="*/ 852007 h 1027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99727" h="1027922">
                  <a:moveTo>
                    <a:pt x="0" y="856201"/>
                  </a:moveTo>
                  <a:lnTo>
                    <a:pt x="1" y="1027922"/>
                  </a:lnTo>
                  <a:lnTo>
                    <a:pt x="96420" y="1023057"/>
                  </a:lnTo>
                  <a:cubicBezTo>
                    <a:pt x="304794" y="992422"/>
                    <a:pt x="501481" y="882295"/>
                    <a:pt x="637091" y="699938"/>
                  </a:cubicBezTo>
                  <a:cubicBezTo>
                    <a:pt x="772702" y="517581"/>
                    <a:pt x="821559" y="297520"/>
                    <a:pt x="790925" y="89147"/>
                  </a:cubicBezTo>
                  <a:lnTo>
                    <a:pt x="768966" y="0"/>
                  </a:lnTo>
                  <a:lnTo>
                    <a:pt x="604509" y="49424"/>
                  </a:lnTo>
                  <a:lnTo>
                    <a:pt x="623282" y="125632"/>
                  </a:lnTo>
                  <a:cubicBezTo>
                    <a:pt x="641151" y="247184"/>
                    <a:pt x="624244" y="373848"/>
                    <a:pt x="570176" y="489419"/>
                  </a:cubicBezTo>
                  <a:lnTo>
                    <a:pt x="557892" y="509960"/>
                  </a:lnTo>
                  <a:lnTo>
                    <a:pt x="531237" y="497404"/>
                  </a:lnTo>
                  <a:cubicBezTo>
                    <a:pt x="493567" y="488215"/>
                    <a:pt x="452358" y="501637"/>
                    <a:pt x="427764" y="534709"/>
                  </a:cubicBezTo>
                  <a:cubicBezTo>
                    <a:pt x="403170" y="567780"/>
                    <a:pt x="402176" y="611109"/>
                    <a:pt x="421819" y="644541"/>
                  </a:cubicBezTo>
                  <a:lnTo>
                    <a:pt x="442549" y="667605"/>
                  </a:lnTo>
                  <a:lnTo>
                    <a:pt x="416221" y="696446"/>
                  </a:lnTo>
                  <a:cubicBezTo>
                    <a:pt x="321101" y="781489"/>
                    <a:pt x="204662" y="834137"/>
                    <a:pt x="83111" y="852007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0A327E6-892E-40BB-76AF-AD5DD6E6C734}"/>
                </a:ext>
              </a:extLst>
            </p:cNvPr>
            <p:cNvSpPr txBox="1"/>
            <p:nvPr/>
          </p:nvSpPr>
          <p:spPr>
            <a:xfrm rot="17983407">
              <a:off x="6556994" y="2549104"/>
              <a:ext cx="7623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0"/>
                  <a:ea typeface="+mn-ea"/>
                  <a:cs typeface="+mn-cs"/>
                </a:rPr>
                <a:t>Work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222B3CC-7122-1078-C672-DB66798BA814}"/>
                </a:ext>
              </a:extLst>
            </p:cNvPr>
            <p:cNvSpPr txBox="1"/>
            <p:nvPr/>
          </p:nvSpPr>
          <p:spPr>
            <a:xfrm rot="3263180">
              <a:off x="7817507" y="2552916"/>
              <a:ext cx="6969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0"/>
                  <a:ea typeface="+mn-ea"/>
                  <a:cs typeface="+mn-cs"/>
                </a:rPr>
                <a:t>Role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6227395-320A-B9BE-EBF8-BCAA58518374}"/>
                </a:ext>
              </a:extLst>
            </p:cNvPr>
            <p:cNvSpPr txBox="1"/>
            <p:nvPr/>
          </p:nvSpPr>
          <p:spPr>
            <a:xfrm>
              <a:off x="7164089" y="3652410"/>
              <a:ext cx="7623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0"/>
                  <a:ea typeface="+mn-ea"/>
                  <a:cs typeface="+mn-cs"/>
                </a:rPr>
                <a:t>Talent</a:t>
              </a: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45F0D7A-35D4-D6B0-4E2B-F70D315C3F63}"/>
                </a:ext>
              </a:extLst>
            </p:cNvPr>
            <p:cNvSpPr/>
            <p:nvPr/>
          </p:nvSpPr>
          <p:spPr>
            <a:xfrm>
              <a:off x="7087708" y="2618535"/>
              <a:ext cx="914400" cy="903005"/>
            </a:xfrm>
            <a:custGeom>
              <a:avLst/>
              <a:gdLst>
                <a:gd name="connsiteX0" fmla="*/ 457200 w 914400"/>
                <a:gd name="connsiteY0" fmla="*/ 0 h 903005"/>
                <a:gd name="connsiteX1" fmla="*/ 780490 w 914400"/>
                <a:gd name="connsiteY1" fmla="*/ 133911 h 903005"/>
                <a:gd name="connsiteX2" fmla="*/ 780780 w 914400"/>
                <a:gd name="connsiteY2" fmla="*/ 134263 h 903005"/>
                <a:gd name="connsiteX3" fmla="*/ 771128 w 914400"/>
                <a:gd name="connsiteY3" fmla="*/ 140770 h 903005"/>
                <a:gd name="connsiteX4" fmla="*/ 741985 w 914400"/>
                <a:gd name="connsiteY4" fmla="*/ 211127 h 903005"/>
                <a:gd name="connsiteX5" fmla="*/ 841485 w 914400"/>
                <a:gd name="connsiteY5" fmla="*/ 310627 h 903005"/>
                <a:gd name="connsiteX6" fmla="*/ 880215 w 914400"/>
                <a:gd name="connsiteY6" fmla="*/ 302808 h 903005"/>
                <a:gd name="connsiteX7" fmla="*/ 884824 w 914400"/>
                <a:gd name="connsiteY7" fmla="*/ 299701 h 903005"/>
                <a:gd name="connsiteX8" fmla="*/ 905112 w 914400"/>
                <a:gd name="connsiteY8" fmla="*/ 365058 h 903005"/>
                <a:gd name="connsiteX9" fmla="*/ 914400 w 914400"/>
                <a:gd name="connsiteY9" fmla="*/ 457200 h 903005"/>
                <a:gd name="connsiteX10" fmla="*/ 635163 w 914400"/>
                <a:gd name="connsiteY10" fmla="*/ 878471 h 903005"/>
                <a:gd name="connsiteX11" fmla="*/ 556127 w 914400"/>
                <a:gd name="connsiteY11" fmla="*/ 903005 h 903005"/>
                <a:gd name="connsiteX12" fmla="*/ 548881 w 914400"/>
                <a:gd name="connsiteY12" fmla="*/ 867115 h 903005"/>
                <a:gd name="connsiteX13" fmla="*/ 457200 w 914400"/>
                <a:gd name="connsiteY13" fmla="*/ 806345 h 903005"/>
                <a:gd name="connsiteX14" fmla="*/ 365520 w 914400"/>
                <a:gd name="connsiteY14" fmla="*/ 867115 h 903005"/>
                <a:gd name="connsiteX15" fmla="*/ 358274 w 914400"/>
                <a:gd name="connsiteY15" fmla="*/ 903005 h 903005"/>
                <a:gd name="connsiteX16" fmla="*/ 279237 w 914400"/>
                <a:gd name="connsiteY16" fmla="*/ 878471 h 903005"/>
                <a:gd name="connsiteX17" fmla="*/ 0 w 914400"/>
                <a:gd name="connsiteY17" fmla="*/ 457200 h 903005"/>
                <a:gd name="connsiteX18" fmla="*/ 9289 w 914400"/>
                <a:gd name="connsiteY18" fmla="*/ 365058 h 903005"/>
                <a:gd name="connsiteX19" fmla="*/ 33084 w 914400"/>
                <a:gd name="connsiteY19" fmla="*/ 288402 h 903005"/>
                <a:gd name="connsiteX20" fmla="*/ 53187 w 914400"/>
                <a:gd name="connsiteY20" fmla="*/ 301956 h 903005"/>
                <a:gd name="connsiteX21" fmla="*/ 91916 w 914400"/>
                <a:gd name="connsiteY21" fmla="*/ 309775 h 903005"/>
                <a:gd name="connsiteX22" fmla="*/ 191416 w 914400"/>
                <a:gd name="connsiteY22" fmla="*/ 210275 h 903005"/>
                <a:gd name="connsiteX23" fmla="*/ 162273 w 914400"/>
                <a:gd name="connsiteY23" fmla="*/ 139918 h 903005"/>
                <a:gd name="connsiteX24" fmla="*/ 142658 w 914400"/>
                <a:gd name="connsiteY24" fmla="*/ 126693 h 903005"/>
                <a:gd name="connsiteX25" fmla="*/ 201575 w 914400"/>
                <a:gd name="connsiteY25" fmla="*/ 78083 h 903005"/>
                <a:gd name="connsiteX26" fmla="*/ 457200 w 914400"/>
                <a:gd name="connsiteY26" fmla="*/ 0 h 903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14400" h="903005">
                  <a:moveTo>
                    <a:pt x="457200" y="0"/>
                  </a:moveTo>
                  <a:cubicBezTo>
                    <a:pt x="583453" y="0"/>
                    <a:pt x="697753" y="51174"/>
                    <a:pt x="780490" y="133911"/>
                  </a:cubicBezTo>
                  <a:lnTo>
                    <a:pt x="780780" y="134263"/>
                  </a:lnTo>
                  <a:lnTo>
                    <a:pt x="771128" y="140770"/>
                  </a:lnTo>
                  <a:cubicBezTo>
                    <a:pt x="753122" y="158776"/>
                    <a:pt x="741985" y="183651"/>
                    <a:pt x="741985" y="211127"/>
                  </a:cubicBezTo>
                  <a:cubicBezTo>
                    <a:pt x="741985" y="266079"/>
                    <a:pt x="786533" y="310627"/>
                    <a:pt x="841485" y="310627"/>
                  </a:cubicBezTo>
                  <a:cubicBezTo>
                    <a:pt x="855223" y="310627"/>
                    <a:pt x="868311" y="307843"/>
                    <a:pt x="880215" y="302808"/>
                  </a:cubicBezTo>
                  <a:lnTo>
                    <a:pt x="884824" y="299701"/>
                  </a:lnTo>
                  <a:lnTo>
                    <a:pt x="905112" y="365058"/>
                  </a:lnTo>
                  <a:cubicBezTo>
                    <a:pt x="911202" y="394821"/>
                    <a:pt x="914400" y="425637"/>
                    <a:pt x="914400" y="457200"/>
                  </a:cubicBezTo>
                  <a:cubicBezTo>
                    <a:pt x="914400" y="646579"/>
                    <a:pt x="799259" y="809065"/>
                    <a:pt x="635163" y="878471"/>
                  </a:cubicBezTo>
                  <a:lnTo>
                    <a:pt x="556127" y="903005"/>
                  </a:lnTo>
                  <a:lnTo>
                    <a:pt x="548881" y="867115"/>
                  </a:lnTo>
                  <a:cubicBezTo>
                    <a:pt x="533776" y="831403"/>
                    <a:pt x="498414" y="806345"/>
                    <a:pt x="457200" y="806345"/>
                  </a:cubicBezTo>
                  <a:cubicBezTo>
                    <a:pt x="415986" y="806345"/>
                    <a:pt x="380625" y="831403"/>
                    <a:pt x="365520" y="867115"/>
                  </a:cubicBezTo>
                  <a:lnTo>
                    <a:pt x="358274" y="903005"/>
                  </a:lnTo>
                  <a:lnTo>
                    <a:pt x="279237" y="878471"/>
                  </a:lnTo>
                  <a:cubicBezTo>
                    <a:pt x="115141" y="809065"/>
                    <a:pt x="0" y="646579"/>
                    <a:pt x="0" y="457200"/>
                  </a:cubicBezTo>
                  <a:cubicBezTo>
                    <a:pt x="0" y="425637"/>
                    <a:pt x="3199" y="394821"/>
                    <a:pt x="9289" y="365058"/>
                  </a:cubicBezTo>
                  <a:lnTo>
                    <a:pt x="33084" y="288402"/>
                  </a:lnTo>
                  <a:lnTo>
                    <a:pt x="53187" y="301956"/>
                  </a:lnTo>
                  <a:cubicBezTo>
                    <a:pt x="65091" y="306991"/>
                    <a:pt x="78178" y="309775"/>
                    <a:pt x="91916" y="309775"/>
                  </a:cubicBezTo>
                  <a:cubicBezTo>
                    <a:pt x="146868" y="309775"/>
                    <a:pt x="191416" y="265227"/>
                    <a:pt x="191416" y="210275"/>
                  </a:cubicBezTo>
                  <a:cubicBezTo>
                    <a:pt x="191416" y="182799"/>
                    <a:pt x="180279" y="157924"/>
                    <a:pt x="162273" y="139918"/>
                  </a:cubicBezTo>
                  <a:lnTo>
                    <a:pt x="142658" y="126693"/>
                  </a:lnTo>
                  <a:lnTo>
                    <a:pt x="201575" y="78083"/>
                  </a:lnTo>
                  <a:cubicBezTo>
                    <a:pt x="274545" y="28785"/>
                    <a:pt x="362511" y="0"/>
                    <a:pt x="457200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BC99F029-4549-9524-BEB7-B3BA20D93188}"/>
                </a:ext>
              </a:extLst>
            </p:cNvPr>
            <p:cNvSpPr/>
            <p:nvPr/>
          </p:nvSpPr>
          <p:spPr>
            <a:xfrm>
              <a:off x="7156826" y="2904395"/>
              <a:ext cx="758193" cy="348317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 Condensed"/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66</a:t>
              </a:r>
              <a:endPara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BAF94C4-A369-57F8-1EF5-43E5D8CC6E9B}"/>
              </a:ext>
            </a:extLst>
          </p:cNvPr>
          <p:cNvGrpSpPr/>
          <p:nvPr/>
        </p:nvGrpSpPr>
        <p:grpSpPr>
          <a:xfrm>
            <a:off x="778634" y="4165296"/>
            <a:ext cx="1867554" cy="1885164"/>
            <a:chOff x="6722291" y="2108957"/>
            <a:chExt cx="1867554" cy="1885164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8953820-685D-63C2-05C8-E15ACFBD719D}"/>
                </a:ext>
              </a:extLst>
            </p:cNvPr>
            <p:cNvSpPr/>
            <p:nvPr/>
          </p:nvSpPr>
          <p:spPr>
            <a:xfrm rot="18894987">
              <a:off x="6723198" y="2249950"/>
              <a:ext cx="1644106" cy="164592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09A22EB-3413-5F91-C588-8C5BF0E12397}"/>
                </a:ext>
              </a:extLst>
            </p:cNvPr>
            <p:cNvSpPr/>
            <p:nvPr/>
          </p:nvSpPr>
          <p:spPr>
            <a:xfrm rot="18398188" flipH="1">
              <a:off x="6376298" y="2512901"/>
              <a:ext cx="1427105" cy="619218"/>
            </a:xfrm>
            <a:custGeom>
              <a:avLst/>
              <a:gdLst>
                <a:gd name="connsiteX0" fmla="*/ 0 w 1427105"/>
                <a:gd name="connsiteY0" fmla="*/ 314266 h 619218"/>
                <a:gd name="connsiteX1" fmla="*/ 160965 w 1427105"/>
                <a:gd name="connsiteY1" fmla="*/ 433968 h 619218"/>
                <a:gd name="connsiteX2" fmla="*/ 232886 w 1427105"/>
                <a:gd name="connsiteY2" fmla="*/ 355184 h 619218"/>
                <a:gd name="connsiteX3" fmla="*/ 520686 w 1427105"/>
                <a:gd name="connsiteY3" fmla="*/ 207951 h 619218"/>
                <a:gd name="connsiteX4" fmla="*/ 605924 w 1427105"/>
                <a:gd name="connsiteY4" fmla="*/ 196456 h 619218"/>
                <a:gd name="connsiteX5" fmla="*/ 605313 w 1427105"/>
                <a:gd name="connsiteY5" fmla="*/ 209678 h 619218"/>
                <a:gd name="connsiteX6" fmla="*/ 644379 w 1427105"/>
                <a:gd name="connsiteY6" fmla="*/ 275048 h 619218"/>
                <a:gd name="connsiteX7" fmla="*/ 783597 w 1427105"/>
                <a:gd name="connsiteY7" fmla="*/ 254581 h 619218"/>
                <a:gd name="connsiteX8" fmla="*/ 800434 w 1427105"/>
                <a:gd name="connsiteY8" fmla="*/ 218837 h 619218"/>
                <a:gd name="connsiteX9" fmla="*/ 800806 w 1427105"/>
                <a:gd name="connsiteY9" fmla="*/ 210781 h 619218"/>
                <a:gd name="connsiteX10" fmla="*/ 841278 w 1427105"/>
                <a:gd name="connsiteY10" fmla="*/ 219109 h 619218"/>
                <a:gd name="connsiteX11" fmla="*/ 1041057 w 1427105"/>
                <a:gd name="connsiteY11" fmla="*/ 319272 h 619218"/>
                <a:gd name="connsiteX12" fmla="*/ 1210966 w 1427105"/>
                <a:gd name="connsiteY12" fmla="*/ 508311 h 619218"/>
                <a:gd name="connsiteX13" fmla="*/ 1262380 w 1427105"/>
                <a:gd name="connsiteY13" fmla="*/ 619218 h 619218"/>
                <a:gd name="connsiteX14" fmla="*/ 1427105 w 1427105"/>
                <a:gd name="connsiteY14" fmla="*/ 569714 h 619218"/>
                <a:gd name="connsiteX15" fmla="*/ 1422247 w 1427105"/>
                <a:gd name="connsiteY15" fmla="*/ 549991 h 619218"/>
                <a:gd name="connsiteX16" fmla="*/ 1136896 w 1427105"/>
                <a:gd name="connsiteY16" fmla="*/ 162636 h 619218"/>
                <a:gd name="connsiteX17" fmla="*/ 39053 w 1427105"/>
                <a:gd name="connsiteY17" fmla="*/ 266937 h 61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27105" h="619218">
                  <a:moveTo>
                    <a:pt x="0" y="314266"/>
                  </a:moveTo>
                  <a:lnTo>
                    <a:pt x="160965" y="433968"/>
                  </a:lnTo>
                  <a:lnTo>
                    <a:pt x="232886" y="355184"/>
                  </a:lnTo>
                  <a:cubicBezTo>
                    <a:pt x="316116" y="280772"/>
                    <a:pt x="415668" y="231161"/>
                    <a:pt x="520686" y="207951"/>
                  </a:cubicBezTo>
                  <a:lnTo>
                    <a:pt x="605924" y="196456"/>
                  </a:lnTo>
                  <a:lnTo>
                    <a:pt x="605313" y="209678"/>
                  </a:lnTo>
                  <a:cubicBezTo>
                    <a:pt x="609016" y="234872"/>
                    <a:pt x="622331" y="258652"/>
                    <a:pt x="644379" y="275048"/>
                  </a:cubicBezTo>
                  <a:cubicBezTo>
                    <a:pt x="688475" y="307840"/>
                    <a:pt x="750805" y="298677"/>
                    <a:pt x="783597" y="254581"/>
                  </a:cubicBezTo>
                  <a:cubicBezTo>
                    <a:pt x="791795" y="243557"/>
                    <a:pt x="797370" y="231394"/>
                    <a:pt x="800434" y="218837"/>
                  </a:cubicBezTo>
                  <a:lnTo>
                    <a:pt x="800806" y="210781"/>
                  </a:lnTo>
                  <a:lnTo>
                    <a:pt x="841278" y="219109"/>
                  </a:lnTo>
                  <a:cubicBezTo>
                    <a:pt x="911340" y="239897"/>
                    <a:pt x="979005" y="273127"/>
                    <a:pt x="1041057" y="319272"/>
                  </a:cubicBezTo>
                  <a:cubicBezTo>
                    <a:pt x="1111973" y="372009"/>
                    <a:pt x="1168845" y="436623"/>
                    <a:pt x="1210966" y="508311"/>
                  </a:cubicBezTo>
                  <a:lnTo>
                    <a:pt x="1262380" y="619218"/>
                  </a:lnTo>
                  <a:lnTo>
                    <a:pt x="1427105" y="569714"/>
                  </a:lnTo>
                  <a:lnTo>
                    <a:pt x="1422247" y="549991"/>
                  </a:lnTo>
                  <a:cubicBezTo>
                    <a:pt x="1369802" y="400408"/>
                    <a:pt x="1273664" y="264344"/>
                    <a:pt x="1136896" y="162636"/>
                  </a:cubicBezTo>
                  <a:cubicBezTo>
                    <a:pt x="794976" y="-91634"/>
                    <a:pt x="320505" y="-40912"/>
                    <a:pt x="39053" y="26693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B6D144-73DE-5933-1F37-A6B4C7CEDDFA}"/>
                </a:ext>
              </a:extLst>
            </p:cNvPr>
            <p:cNvSpPr/>
            <p:nvPr/>
          </p:nvSpPr>
          <p:spPr>
            <a:xfrm rot="18398188" flipH="1">
              <a:off x="7542447" y="2194020"/>
              <a:ext cx="800574" cy="1294223"/>
            </a:xfrm>
            <a:custGeom>
              <a:avLst/>
              <a:gdLst>
                <a:gd name="connsiteX0" fmla="*/ 149921 w 800574"/>
                <a:gd name="connsiteY0" fmla="*/ 0 h 1294223"/>
                <a:gd name="connsiteX1" fmla="*/ 115834 w 800574"/>
                <a:gd name="connsiteY1" fmla="*/ 51023 h 1294223"/>
                <a:gd name="connsiteX2" fmla="*/ 331921 w 800574"/>
                <a:gd name="connsiteY2" fmla="*/ 1132432 h 1294223"/>
                <a:gd name="connsiteX3" fmla="*/ 785013 w 800574"/>
                <a:gd name="connsiteY3" fmla="*/ 1294223 h 1294223"/>
                <a:gd name="connsiteX4" fmla="*/ 800574 w 800574"/>
                <a:gd name="connsiteY4" fmla="*/ 1293438 h 1294223"/>
                <a:gd name="connsiteX5" fmla="*/ 800574 w 800574"/>
                <a:gd name="connsiteY5" fmla="*/ 1120521 h 1294223"/>
                <a:gd name="connsiteX6" fmla="*/ 684286 w 800574"/>
                <a:gd name="connsiteY6" fmla="*/ 1103880 h 1294223"/>
                <a:gd name="connsiteX7" fmla="*/ 454343 w 800574"/>
                <a:gd name="connsiteY7" fmla="*/ 995567 h 1294223"/>
                <a:gd name="connsiteX8" fmla="*/ 300919 w 800574"/>
                <a:gd name="connsiteY8" fmla="*/ 833070 h 1294223"/>
                <a:gd name="connsiteX9" fmla="*/ 283161 w 800574"/>
                <a:gd name="connsiteY9" fmla="*/ 800163 h 1294223"/>
                <a:gd name="connsiteX10" fmla="*/ 288846 w 800574"/>
                <a:gd name="connsiteY10" fmla="*/ 798163 h 1294223"/>
                <a:gd name="connsiteX11" fmla="*/ 318232 w 800574"/>
                <a:gd name="connsiteY11" fmla="*/ 771751 h 1294223"/>
                <a:gd name="connsiteX12" fmla="*/ 297764 w 800574"/>
                <a:gd name="connsiteY12" fmla="*/ 632533 h 1294223"/>
                <a:gd name="connsiteX13" fmla="*/ 223916 w 800574"/>
                <a:gd name="connsiteY13" fmla="*/ 613934 h 1294223"/>
                <a:gd name="connsiteX14" fmla="*/ 212108 w 800574"/>
                <a:gd name="connsiteY14" fmla="*/ 618087 h 1294223"/>
                <a:gd name="connsiteX15" fmla="*/ 197963 w 800574"/>
                <a:gd name="connsiteY15" fmla="*/ 529255 h 1294223"/>
                <a:gd name="connsiteX16" fmla="*/ 256135 w 800574"/>
                <a:gd name="connsiteY16" fmla="*/ 211257 h 1294223"/>
                <a:gd name="connsiteX17" fmla="*/ 310886 w 800574"/>
                <a:gd name="connsiteY17" fmla="*/ 119702 h 129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0574" h="1294223">
                  <a:moveTo>
                    <a:pt x="149921" y="0"/>
                  </a:moveTo>
                  <a:lnTo>
                    <a:pt x="115834" y="51023"/>
                  </a:lnTo>
                  <a:cubicBezTo>
                    <a:pt x="-97982" y="409169"/>
                    <a:pt x="-9999" y="878162"/>
                    <a:pt x="331921" y="1132432"/>
                  </a:cubicBezTo>
                  <a:cubicBezTo>
                    <a:pt x="468688" y="1234139"/>
                    <a:pt x="626665" y="1287049"/>
                    <a:pt x="785013" y="1294223"/>
                  </a:cubicBezTo>
                  <a:lnTo>
                    <a:pt x="800574" y="1293438"/>
                  </a:lnTo>
                  <a:lnTo>
                    <a:pt x="800574" y="1120521"/>
                  </a:lnTo>
                  <a:lnTo>
                    <a:pt x="684286" y="1103880"/>
                  </a:lnTo>
                  <a:cubicBezTo>
                    <a:pt x="603508" y="1084174"/>
                    <a:pt x="525260" y="1048305"/>
                    <a:pt x="454343" y="995567"/>
                  </a:cubicBezTo>
                  <a:cubicBezTo>
                    <a:pt x="392291" y="949422"/>
                    <a:pt x="340992" y="894184"/>
                    <a:pt x="300919" y="833070"/>
                  </a:cubicBezTo>
                  <a:lnTo>
                    <a:pt x="283161" y="800163"/>
                  </a:lnTo>
                  <a:lnTo>
                    <a:pt x="288846" y="798163"/>
                  </a:lnTo>
                  <a:cubicBezTo>
                    <a:pt x="299989" y="791616"/>
                    <a:pt x="310034" y="782775"/>
                    <a:pt x="318232" y="771751"/>
                  </a:cubicBezTo>
                  <a:cubicBezTo>
                    <a:pt x="351023" y="727656"/>
                    <a:pt x="341860" y="665325"/>
                    <a:pt x="297764" y="632533"/>
                  </a:cubicBezTo>
                  <a:cubicBezTo>
                    <a:pt x="275716" y="616137"/>
                    <a:pt x="249110" y="610230"/>
                    <a:pt x="223916" y="613934"/>
                  </a:cubicBezTo>
                  <a:lnTo>
                    <a:pt x="212108" y="618087"/>
                  </a:lnTo>
                  <a:lnTo>
                    <a:pt x="197963" y="529255"/>
                  </a:lnTo>
                  <a:cubicBezTo>
                    <a:pt x="189967" y="422000"/>
                    <a:pt x="208825" y="312382"/>
                    <a:pt x="256135" y="211257"/>
                  </a:cubicBezTo>
                  <a:lnTo>
                    <a:pt x="310886" y="11970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8AD40DB-70A4-A69D-D8D6-8F84170EBDA9}"/>
                </a:ext>
              </a:extLst>
            </p:cNvPr>
            <p:cNvSpPr/>
            <p:nvPr/>
          </p:nvSpPr>
          <p:spPr>
            <a:xfrm rot="18398188" flipH="1">
              <a:off x="7145388" y="3080297"/>
              <a:ext cx="799727" cy="1027922"/>
            </a:xfrm>
            <a:custGeom>
              <a:avLst/>
              <a:gdLst>
                <a:gd name="connsiteX0" fmla="*/ 0 w 799727"/>
                <a:gd name="connsiteY0" fmla="*/ 856201 h 1027922"/>
                <a:gd name="connsiteX1" fmla="*/ 1 w 799727"/>
                <a:gd name="connsiteY1" fmla="*/ 1027922 h 1027922"/>
                <a:gd name="connsiteX2" fmla="*/ 96420 w 799727"/>
                <a:gd name="connsiteY2" fmla="*/ 1023057 h 1027922"/>
                <a:gd name="connsiteX3" fmla="*/ 637091 w 799727"/>
                <a:gd name="connsiteY3" fmla="*/ 699938 h 1027922"/>
                <a:gd name="connsiteX4" fmla="*/ 790925 w 799727"/>
                <a:gd name="connsiteY4" fmla="*/ 89147 h 1027922"/>
                <a:gd name="connsiteX5" fmla="*/ 768966 w 799727"/>
                <a:gd name="connsiteY5" fmla="*/ 0 h 1027922"/>
                <a:gd name="connsiteX6" fmla="*/ 604509 w 799727"/>
                <a:gd name="connsiteY6" fmla="*/ 49424 h 1027922"/>
                <a:gd name="connsiteX7" fmla="*/ 623282 w 799727"/>
                <a:gd name="connsiteY7" fmla="*/ 125632 h 1027922"/>
                <a:gd name="connsiteX8" fmla="*/ 570176 w 799727"/>
                <a:gd name="connsiteY8" fmla="*/ 489419 h 1027922"/>
                <a:gd name="connsiteX9" fmla="*/ 557892 w 799727"/>
                <a:gd name="connsiteY9" fmla="*/ 509960 h 1027922"/>
                <a:gd name="connsiteX10" fmla="*/ 531237 w 799727"/>
                <a:gd name="connsiteY10" fmla="*/ 497404 h 1027922"/>
                <a:gd name="connsiteX11" fmla="*/ 427764 w 799727"/>
                <a:gd name="connsiteY11" fmla="*/ 534709 h 1027922"/>
                <a:gd name="connsiteX12" fmla="*/ 421819 w 799727"/>
                <a:gd name="connsiteY12" fmla="*/ 644541 h 1027922"/>
                <a:gd name="connsiteX13" fmla="*/ 442549 w 799727"/>
                <a:gd name="connsiteY13" fmla="*/ 667605 h 1027922"/>
                <a:gd name="connsiteX14" fmla="*/ 416221 w 799727"/>
                <a:gd name="connsiteY14" fmla="*/ 696446 h 1027922"/>
                <a:gd name="connsiteX15" fmla="*/ 83111 w 799727"/>
                <a:gd name="connsiteY15" fmla="*/ 852007 h 1027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99727" h="1027922">
                  <a:moveTo>
                    <a:pt x="0" y="856201"/>
                  </a:moveTo>
                  <a:lnTo>
                    <a:pt x="1" y="1027922"/>
                  </a:lnTo>
                  <a:lnTo>
                    <a:pt x="96420" y="1023057"/>
                  </a:lnTo>
                  <a:cubicBezTo>
                    <a:pt x="304794" y="992422"/>
                    <a:pt x="501481" y="882295"/>
                    <a:pt x="637091" y="699938"/>
                  </a:cubicBezTo>
                  <a:cubicBezTo>
                    <a:pt x="772702" y="517581"/>
                    <a:pt x="821559" y="297520"/>
                    <a:pt x="790925" y="89147"/>
                  </a:cubicBezTo>
                  <a:lnTo>
                    <a:pt x="768966" y="0"/>
                  </a:lnTo>
                  <a:lnTo>
                    <a:pt x="604509" y="49424"/>
                  </a:lnTo>
                  <a:lnTo>
                    <a:pt x="623282" y="125632"/>
                  </a:lnTo>
                  <a:cubicBezTo>
                    <a:pt x="641151" y="247184"/>
                    <a:pt x="624244" y="373848"/>
                    <a:pt x="570176" y="489419"/>
                  </a:cubicBezTo>
                  <a:lnTo>
                    <a:pt x="557892" y="509960"/>
                  </a:lnTo>
                  <a:lnTo>
                    <a:pt x="531237" y="497404"/>
                  </a:lnTo>
                  <a:cubicBezTo>
                    <a:pt x="493567" y="488215"/>
                    <a:pt x="452358" y="501637"/>
                    <a:pt x="427764" y="534709"/>
                  </a:cubicBezTo>
                  <a:cubicBezTo>
                    <a:pt x="403170" y="567780"/>
                    <a:pt x="402176" y="611109"/>
                    <a:pt x="421819" y="644541"/>
                  </a:cubicBezTo>
                  <a:lnTo>
                    <a:pt x="442549" y="667605"/>
                  </a:lnTo>
                  <a:lnTo>
                    <a:pt x="416221" y="696446"/>
                  </a:lnTo>
                  <a:cubicBezTo>
                    <a:pt x="321101" y="781489"/>
                    <a:pt x="204662" y="834137"/>
                    <a:pt x="83111" y="852007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A2F2096-B306-478D-AFE7-A052158F1269}"/>
                </a:ext>
              </a:extLst>
            </p:cNvPr>
            <p:cNvSpPr txBox="1"/>
            <p:nvPr/>
          </p:nvSpPr>
          <p:spPr>
            <a:xfrm rot="17983407">
              <a:off x="6556994" y="2549104"/>
              <a:ext cx="7623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0"/>
                  <a:ea typeface="+mn-ea"/>
                  <a:cs typeface="+mn-cs"/>
                </a:rPr>
                <a:t>Work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61CE246-1905-531D-706E-C42EEC0D5B75}"/>
                </a:ext>
              </a:extLst>
            </p:cNvPr>
            <p:cNvSpPr txBox="1"/>
            <p:nvPr/>
          </p:nvSpPr>
          <p:spPr>
            <a:xfrm rot="3263180">
              <a:off x="7817507" y="2552916"/>
              <a:ext cx="6969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0"/>
                  <a:ea typeface="+mn-ea"/>
                  <a:cs typeface="+mn-cs"/>
                </a:rPr>
                <a:t>Role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316106B-1D87-FC53-6849-B28A16DB4F62}"/>
                </a:ext>
              </a:extLst>
            </p:cNvPr>
            <p:cNvSpPr txBox="1"/>
            <p:nvPr/>
          </p:nvSpPr>
          <p:spPr>
            <a:xfrm>
              <a:off x="7164089" y="3652410"/>
              <a:ext cx="7623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Lato" panose="020F0502020204030203" pitchFamily="34" charset="0"/>
                  <a:ea typeface="+mn-ea"/>
                  <a:cs typeface="+mn-cs"/>
                </a:rPr>
                <a:t>Talent</a:t>
              </a: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3675BE6-42AA-14FF-5324-5A1C285E4FDA}"/>
                </a:ext>
              </a:extLst>
            </p:cNvPr>
            <p:cNvSpPr/>
            <p:nvPr/>
          </p:nvSpPr>
          <p:spPr>
            <a:xfrm>
              <a:off x="7087708" y="2618535"/>
              <a:ext cx="914400" cy="903005"/>
            </a:xfrm>
            <a:custGeom>
              <a:avLst/>
              <a:gdLst>
                <a:gd name="connsiteX0" fmla="*/ 457200 w 914400"/>
                <a:gd name="connsiteY0" fmla="*/ 0 h 903005"/>
                <a:gd name="connsiteX1" fmla="*/ 780490 w 914400"/>
                <a:gd name="connsiteY1" fmla="*/ 133911 h 903005"/>
                <a:gd name="connsiteX2" fmla="*/ 780780 w 914400"/>
                <a:gd name="connsiteY2" fmla="*/ 134263 h 903005"/>
                <a:gd name="connsiteX3" fmla="*/ 771128 w 914400"/>
                <a:gd name="connsiteY3" fmla="*/ 140770 h 903005"/>
                <a:gd name="connsiteX4" fmla="*/ 741985 w 914400"/>
                <a:gd name="connsiteY4" fmla="*/ 211127 h 903005"/>
                <a:gd name="connsiteX5" fmla="*/ 841485 w 914400"/>
                <a:gd name="connsiteY5" fmla="*/ 310627 h 903005"/>
                <a:gd name="connsiteX6" fmla="*/ 880215 w 914400"/>
                <a:gd name="connsiteY6" fmla="*/ 302808 h 903005"/>
                <a:gd name="connsiteX7" fmla="*/ 884824 w 914400"/>
                <a:gd name="connsiteY7" fmla="*/ 299701 h 903005"/>
                <a:gd name="connsiteX8" fmla="*/ 905112 w 914400"/>
                <a:gd name="connsiteY8" fmla="*/ 365058 h 903005"/>
                <a:gd name="connsiteX9" fmla="*/ 914400 w 914400"/>
                <a:gd name="connsiteY9" fmla="*/ 457200 h 903005"/>
                <a:gd name="connsiteX10" fmla="*/ 635163 w 914400"/>
                <a:gd name="connsiteY10" fmla="*/ 878471 h 903005"/>
                <a:gd name="connsiteX11" fmla="*/ 556127 w 914400"/>
                <a:gd name="connsiteY11" fmla="*/ 903005 h 903005"/>
                <a:gd name="connsiteX12" fmla="*/ 548881 w 914400"/>
                <a:gd name="connsiteY12" fmla="*/ 867115 h 903005"/>
                <a:gd name="connsiteX13" fmla="*/ 457200 w 914400"/>
                <a:gd name="connsiteY13" fmla="*/ 806345 h 903005"/>
                <a:gd name="connsiteX14" fmla="*/ 365520 w 914400"/>
                <a:gd name="connsiteY14" fmla="*/ 867115 h 903005"/>
                <a:gd name="connsiteX15" fmla="*/ 358274 w 914400"/>
                <a:gd name="connsiteY15" fmla="*/ 903005 h 903005"/>
                <a:gd name="connsiteX16" fmla="*/ 279237 w 914400"/>
                <a:gd name="connsiteY16" fmla="*/ 878471 h 903005"/>
                <a:gd name="connsiteX17" fmla="*/ 0 w 914400"/>
                <a:gd name="connsiteY17" fmla="*/ 457200 h 903005"/>
                <a:gd name="connsiteX18" fmla="*/ 9289 w 914400"/>
                <a:gd name="connsiteY18" fmla="*/ 365058 h 903005"/>
                <a:gd name="connsiteX19" fmla="*/ 33084 w 914400"/>
                <a:gd name="connsiteY19" fmla="*/ 288402 h 903005"/>
                <a:gd name="connsiteX20" fmla="*/ 53187 w 914400"/>
                <a:gd name="connsiteY20" fmla="*/ 301956 h 903005"/>
                <a:gd name="connsiteX21" fmla="*/ 91916 w 914400"/>
                <a:gd name="connsiteY21" fmla="*/ 309775 h 903005"/>
                <a:gd name="connsiteX22" fmla="*/ 191416 w 914400"/>
                <a:gd name="connsiteY22" fmla="*/ 210275 h 903005"/>
                <a:gd name="connsiteX23" fmla="*/ 162273 w 914400"/>
                <a:gd name="connsiteY23" fmla="*/ 139918 h 903005"/>
                <a:gd name="connsiteX24" fmla="*/ 142658 w 914400"/>
                <a:gd name="connsiteY24" fmla="*/ 126693 h 903005"/>
                <a:gd name="connsiteX25" fmla="*/ 201575 w 914400"/>
                <a:gd name="connsiteY25" fmla="*/ 78083 h 903005"/>
                <a:gd name="connsiteX26" fmla="*/ 457200 w 914400"/>
                <a:gd name="connsiteY26" fmla="*/ 0 h 903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14400" h="903005">
                  <a:moveTo>
                    <a:pt x="457200" y="0"/>
                  </a:moveTo>
                  <a:cubicBezTo>
                    <a:pt x="583453" y="0"/>
                    <a:pt x="697753" y="51174"/>
                    <a:pt x="780490" y="133911"/>
                  </a:cubicBezTo>
                  <a:lnTo>
                    <a:pt x="780780" y="134263"/>
                  </a:lnTo>
                  <a:lnTo>
                    <a:pt x="771128" y="140770"/>
                  </a:lnTo>
                  <a:cubicBezTo>
                    <a:pt x="753122" y="158776"/>
                    <a:pt x="741985" y="183651"/>
                    <a:pt x="741985" y="211127"/>
                  </a:cubicBezTo>
                  <a:cubicBezTo>
                    <a:pt x="741985" y="266079"/>
                    <a:pt x="786533" y="310627"/>
                    <a:pt x="841485" y="310627"/>
                  </a:cubicBezTo>
                  <a:cubicBezTo>
                    <a:pt x="855223" y="310627"/>
                    <a:pt x="868311" y="307843"/>
                    <a:pt x="880215" y="302808"/>
                  </a:cubicBezTo>
                  <a:lnTo>
                    <a:pt x="884824" y="299701"/>
                  </a:lnTo>
                  <a:lnTo>
                    <a:pt x="905112" y="365058"/>
                  </a:lnTo>
                  <a:cubicBezTo>
                    <a:pt x="911202" y="394821"/>
                    <a:pt x="914400" y="425637"/>
                    <a:pt x="914400" y="457200"/>
                  </a:cubicBezTo>
                  <a:cubicBezTo>
                    <a:pt x="914400" y="646579"/>
                    <a:pt x="799259" y="809065"/>
                    <a:pt x="635163" y="878471"/>
                  </a:cubicBezTo>
                  <a:lnTo>
                    <a:pt x="556127" y="903005"/>
                  </a:lnTo>
                  <a:lnTo>
                    <a:pt x="548881" y="867115"/>
                  </a:lnTo>
                  <a:cubicBezTo>
                    <a:pt x="533776" y="831403"/>
                    <a:pt x="498414" y="806345"/>
                    <a:pt x="457200" y="806345"/>
                  </a:cubicBezTo>
                  <a:cubicBezTo>
                    <a:pt x="415986" y="806345"/>
                    <a:pt x="380625" y="831403"/>
                    <a:pt x="365520" y="867115"/>
                  </a:cubicBezTo>
                  <a:lnTo>
                    <a:pt x="358274" y="903005"/>
                  </a:lnTo>
                  <a:lnTo>
                    <a:pt x="279237" y="878471"/>
                  </a:lnTo>
                  <a:cubicBezTo>
                    <a:pt x="115141" y="809065"/>
                    <a:pt x="0" y="646579"/>
                    <a:pt x="0" y="457200"/>
                  </a:cubicBezTo>
                  <a:cubicBezTo>
                    <a:pt x="0" y="425637"/>
                    <a:pt x="3199" y="394821"/>
                    <a:pt x="9289" y="365058"/>
                  </a:cubicBezTo>
                  <a:lnTo>
                    <a:pt x="33084" y="288402"/>
                  </a:lnTo>
                  <a:lnTo>
                    <a:pt x="53187" y="301956"/>
                  </a:lnTo>
                  <a:cubicBezTo>
                    <a:pt x="65091" y="306991"/>
                    <a:pt x="78178" y="309775"/>
                    <a:pt x="91916" y="309775"/>
                  </a:cubicBezTo>
                  <a:cubicBezTo>
                    <a:pt x="146868" y="309775"/>
                    <a:pt x="191416" y="265227"/>
                    <a:pt x="191416" y="210275"/>
                  </a:cubicBezTo>
                  <a:cubicBezTo>
                    <a:pt x="191416" y="182799"/>
                    <a:pt x="180279" y="157924"/>
                    <a:pt x="162273" y="139918"/>
                  </a:cubicBezTo>
                  <a:lnTo>
                    <a:pt x="142658" y="126693"/>
                  </a:lnTo>
                  <a:lnTo>
                    <a:pt x="201575" y="78083"/>
                  </a:lnTo>
                  <a:cubicBezTo>
                    <a:pt x="274545" y="28785"/>
                    <a:pt x="362511" y="0"/>
                    <a:pt x="457200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BD1F21A1-C682-2BF3-416C-F93AC3776488}"/>
                </a:ext>
              </a:extLst>
            </p:cNvPr>
            <p:cNvSpPr/>
            <p:nvPr/>
          </p:nvSpPr>
          <p:spPr>
            <a:xfrm>
              <a:off x="7156826" y="2904395"/>
              <a:ext cx="758193" cy="348317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 Condensed"/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77</a:t>
              </a:r>
              <a:endPara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endParaRPr>
            </a:p>
          </p:txBody>
        </p: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2A62575-4591-86FC-7E23-B76B4FD7201A}"/>
              </a:ext>
            </a:extLst>
          </p:cNvPr>
          <p:cNvCxnSpPr>
            <a:cxnSpLocks/>
          </p:cNvCxnSpPr>
          <p:nvPr/>
        </p:nvCxnSpPr>
        <p:spPr>
          <a:xfrm>
            <a:off x="720621" y="3796183"/>
            <a:ext cx="198358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6AF1C523-6EE8-0C05-10BA-A3C479BA5FC0}"/>
              </a:ext>
            </a:extLst>
          </p:cNvPr>
          <p:cNvSpPr/>
          <p:nvPr/>
        </p:nvSpPr>
        <p:spPr>
          <a:xfrm>
            <a:off x="726539" y="3613077"/>
            <a:ext cx="203200" cy="175172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Isosceles Triangle 66">
            <a:extLst>
              <a:ext uri="{FF2B5EF4-FFF2-40B4-BE49-F238E27FC236}">
                <a16:creationId xmlns:a16="http://schemas.microsoft.com/office/drawing/2014/main" id="{679E56D2-DED8-314C-C196-E47FDE790220}"/>
              </a:ext>
            </a:extLst>
          </p:cNvPr>
          <p:cNvSpPr/>
          <p:nvPr/>
        </p:nvSpPr>
        <p:spPr>
          <a:xfrm flipV="1">
            <a:off x="2499095" y="3814277"/>
            <a:ext cx="203200" cy="175172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bject 39">
            <a:extLst>
              <a:ext uri="{FF2B5EF4-FFF2-40B4-BE49-F238E27FC236}">
                <a16:creationId xmlns:a16="http://schemas.microsoft.com/office/drawing/2014/main" id="{6B16D57D-23B9-2231-940D-D9C5F651BA37}"/>
              </a:ext>
            </a:extLst>
          </p:cNvPr>
          <p:cNvSpPr/>
          <p:nvPr/>
        </p:nvSpPr>
        <p:spPr>
          <a:xfrm>
            <a:off x="799786" y="3543700"/>
            <a:ext cx="1668830" cy="252088"/>
          </a:xfrm>
          <a:custGeom>
            <a:avLst/>
            <a:gdLst/>
            <a:ahLst/>
            <a:cxnLst/>
            <a:rect l="l" t="t" r="r" b="b"/>
            <a:pathLst>
              <a:path w="3642359" h="649605">
                <a:moveTo>
                  <a:pt x="0" y="108203"/>
                </a:moveTo>
                <a:lnTo>
                  <a:pt x="8504" y="66083"/>
                </a:lnTo>
                <a:lnTo>
                  <a:pt x="31694" y="31689"/>
                </a:lnTo>
                <a:lnTo>
                  <a:pt x="66088" y="8502"/>
                </a:lnTo>
                <a:lnTo>
                  <a:pt x="108204" y="0"/>
                </a:lnTo>
                <a:lnTo>
                  <a:pt x="3534155" y="0"/>
                </a:lnTo>
                <a:lnTo>
                  <a:pt x="3576271" y="8502"/>
                </a:lnTo>
                <a:lnTo>
                  <a:pt x="3610665" y="31689"/>
                </a:lnTo>
                <a:lnTo>
                  <a:pt x="3633855" y="66083"/>
                </a:lnTo>
                <a:lnTo>
                  <a:pt x="3642360" y="108203"/>
                </a:lnTo>
                <a:lnTo>
                  <a:pt x="3642360" y="541007"/>
                </a:lnTo>
                <a:lnTo>
                  <a:pt x="3633855" y="583130"/>
                </a:lnTo>
                <a:lnTo>
                  <a:pt x="3610665" y="617527"/>
                </a:lnTo>
                <a:lnTo>
                  <a:pt x="3576271" y="640719"/>
                </a:lnTo>
                <a:lnTo>
                  <a:pt x="3534155" y="649223"/>
                </a:lnTo>
                <a:lnTo>
                  <a:pt x="108204" y="649223"/>
                </a:lnTo>
                <a:lnTo>
                  <a:pt x="66088" y="640719"/>
                </a:lnTo>
                <a:lnTo>
                  <a:pt x="31694" y="617527"/>
                </a:lnTo>
                <a:lnTo>
                  <a:pt x="8504" y="583130"/>
                </a:lnTo>
                <a:lnTo>
                  <a:pt x="0" y="541007"/>
                </a:lnTo>
                <a:lnTo>
                  <a:pt x="0" y="108203"/>
                </a:lnTo>
                <a:close/>
              </a:path>
            </a:pathLst>
          </a:custGeom>
          <a:noFill/>
          <a:ln w="9524">
            <a:noFill/>
          </a:ln>
        </p:spPr>
        <p:txBody>
          <a:bodyPr wrap="square" lIns="0" tIns="0" rIns="0" bIns="0" rtlCol="0" anchor="ctr"/>
          <a:lstStyle/>
          <a:p>
            <a:pPr marL="18288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C3B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</a:t>
            </a:r>
            <a:endParaRPr kumimoji="0" sz="1300" b="1" i="0" u="none" strike="noStrike" kern="1200" cap="none" spc="0" normalizeH="0" baseline="0" noProof="0">
              <a:ln>
                <a:noFill/>
              </a:ln>
              <a:solidFill>
                <a:srgbClr val="1C3B6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bject 39">
            <a:extLst>
              <a:ext uri="{FF2B5EF4-FFF2-40B4-BE49-F238E27FC236}">
                <a16:creationId xmlns:a16="http://schemas.microsoft.com/office/drawing/2014/main" id="{CF8EEBE4-44EF-445F-EFB1-7BF6CC8BF53C}"/>
              </a:ext>
            </a:extLst>
          </p:cNvPr>
          <p:cNvSpPr/>
          <p:nvPr/>
        </p:nvSpPr>
        <p:spPr>
          <a:xfrm>
            <a:off x="799786" y="3808481"/>
            <a:ext cx="1668830" cy="252088"/>
          </a:xfrm>
          <a:custGeom>
            <a:avLst/>
            <a:gdLst/>
            <a:ahLst/>
            <a:cxnLst/>
            <a:rect l="l" t="t" r="r" b="b"/>
            <a:pathLst>
              <a:path w="3642359" h="649605">
                <a:moveTo>
                  <a:pt x="0" y="108203"/>
                </a:moveTo>
                <a:lnTo>
                  <a:pt x="8504" y="66083"/>
                </a:lnTo>
                <a:lnTo>
                  <a:pt x="31694" y="31689"/>
                </a:lnTo>
                <a:lnTo>
                  <a:pt x="66088" y="8502"/>
                </a:lnTo>
                <a:lnTo>
                  <a:pt x="108204" y="0"/>
                </a:lnTo>
                <a:lnTo>
                  <a:pt x="3534155" y="0"/>
                </a:lnTo>
                <a:lnTo>
                  <a:pt x="3576271" y="8502"/>
                </a:lnTo>
                <a:lnTo>
                  <a:pt x="3610665" y="31689"/>
                </a:lnTo>
                <a:lnTo>
                  <a:pt x="3633855" y="66083"/>
                </a:lnTo>
                <a:lnTo>
                  <a:pt x="3642360" y="108203"/>
                </a:lnTo>
                <a:lnTo>
                  <a:pt x="3642360" y="541007"/>
                </a:lnTo>
                <a:lnTo>
                  <a:pt x="3633855" y="583130"/>
                </a:lnTo>
                <a:lnTo>
                  <a:pt x="3610665" y="617527"/>
                </a:lnTo>
                <a:lnTo>
                  <a:pt x="3576271" y="640719"/>
                </a:lnTo>
                <a:lnTo>
                  <a:pt x="3534155" y="649223"/>
                </a:lnTo>
                <a:lnTo>
                  <a:pt x="108204" y="649223"/>
                </a:lnTo>
                <a:lnTo>
                  <a:pt x="66088" y="640719"/>
                </a:lnTo>
                <a:lnTo>
                  <a:pt x="31694" y="617527"/>
                </a:lnTo>
                <a:lnTo>
                  <a:pt x="8504" y="583130"/>
                </a:lnTo>
                <a:lnTo>
                  <a:pt x="0" y="541007"/>
                </a:lnTo>
                <a:lnTo>
                  <a:pt x="0" y="108203"/>
                </a:lnTo>
                <a:close/>
              </a:path>
            </a:pathLst>
          </a:custGeom>
          <a:noFill/>
          <a:ln w="9524">
            <a:noFill/>
          </a:ln>
        </p:spPr>
        <p:txBody>
          <a:bodyPr wrap="square" lIns="0" tIns="0" rIns="0" bIns="0" rtlCol="0" anchor="ctr"/>
          <a:lstStyle/>
          <a:p>
            <a:pPr marL="18288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C3B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</a:t>
            </a:r>
            <a:endParaRPr kumimoji="0" sz="1300" b="1" i="0" u="none" strike="noStrike" kern="1200" cap="none" spc="0" normalizeH="0" baseline="0" noProof="0">
              <a:ln>
                <a:noFill/>
              </a:ln>
              <a:solidFill>
                <a:srgbClr val="1C3B6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2568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Macintosh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Helvetica Neue</vt:lpstr>
      <vt:lpstr>Helvetica Neue Condensed</vt:lpstr>
      <vt:lpstr>Lato</vt:lpstr>
      <vt:lpstr>Lato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claire hilbert</dc:creator>
  <cp:lastModifiedBy>claire hilbert</cp:lastModifiedBy>
  <cp:revision>1</cp:revision>
  <dcterms:created xsi:type="dcterms:W3CDTF">2025-12-17T02:38:26Z</dcterms:created>
  <dcterms:modified xsi:type="dcterms:W3CDTF">2025-12-17T02:39:06Z</dcterms:modified>
</cp:coreProperties>
</file>
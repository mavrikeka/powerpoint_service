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[SLIDE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Role:</a:t>
            </a:r>
          </a:p>
        </p:txBody>
      </p:sp>
      <p:sp>
        <p:nvSpPr>
          <p:cNvPr id="4" name="role_name"/>
          <p:cNvSpPr txBox="1"/>
          <p:nvPr/>
        </p:nvSpPr>
        <p:spPr>
          <a:xfrm>
            <a:off x="2286000" y="1645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[ROLE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Talent:</a:t>
            </a:r>
          </a:p>
        </p:txBody>
      </p:sp>
      <p:sp>
        <p:nvSpPr>
          <p:cNvPr id="6" name="talent_name"/>
          <p:cNvSpPr txBox="1"/>
          <p:nvPr/>
        </p:nvSpPr>
        <p:spPr>
          <a:xfrm>
            <a:off x="2286000" y="2286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[TALENT NAME]</a:t>
            </a:r>
          </a:p>
        </p:txBody>
      </p:sp>
      <p:graphicFrame>
        <p:nvGraphicFramePr>
          <p:cNvPr id="7" name="risk_action_table"/>
          <p:cNvGraphicFramePr>
            <a:graphicFrameLocks noGrp="1"/>
          </p:cNvGraphicFramePr>
          <p:nvPr/>
        </p:nvGraphicFramePr>
        <p:xfrm>
          <a:off x="457200" y="32004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Due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[Risk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[Action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[Owner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[Due Date 1]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[Risk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[Action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[Owner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[Due Date 2]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[Risk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[Action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[Owner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[Due Date 3]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[Risk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[Action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[Owner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[Due Date 4]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